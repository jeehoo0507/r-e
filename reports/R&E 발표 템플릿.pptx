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3152ae2-ad00-909a-f3ca-938fc381414c}">
          <p14:sldIdLst>
            <p14:sldId id="256"/>
            <p14:sldId id="257"/>
          </p14:sldIdLst>
        </p14:section>
        <p14:section name="본문 예시" id="{dcbbd27b-fa39-238c-d590-2c7ff0c48f5f}">
          <p14:sldIdLst>
            <p14:sldId id="258"/>
            <p14:sldId id="259"/>
            <p14:sldId id="260"/>
            <p14:sldId id="261"/>
            <p14:sldId id="262"/>
          </p14:sldIdLst>
        </p14:section>
        <p14:section name="마무리" id="{e4c5984c-6e2d-fa26-99a4-6e2bf07a17e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표지: 제목, 영문 제목, 발표자와 날짜.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구역 제목: 번호와 구역 이름만.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 + 본문: 짧은 목록용.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제목만 레이아웃 위에 표나 그림을 올린다.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칸: 비교용.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큰 숫자: 왼쪽은 강조색, 오른쪽은 검정.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 예시: 도형과 화살표로 구조도를 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세 줄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728655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발표 제목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부제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120640"/>
            <a:ext cx="1072865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발표자 · 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제목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77440"/>
            <a:ext cx="1072865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80360"/>
            <a:ext cx="1072865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구역 제목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+ 본문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슬라이드 제목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600200"/>
            <a:ext cx="10728655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본문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6263640"/>
            <a:ext cx="963137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출처·메모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 (표·그림)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슬라이드 제목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6263640"/>
            <a:ext cx="963137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출처·메모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두 칸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슬라이드 제목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600200"/>
            <a:ext cx="5135728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왼쪽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24448" y="1600200"/>
            <a:ext cx="5135728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오른쪽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큰 숫자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슬라이드 제목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19456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00%</a:t>
            </a:r>
            <a:endParaRPr lang="en-US" sz="7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0332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설명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040880" y="2194560"/>
            <a:ext cx="441929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0.0×</a:t>
            </a:r>
            <a:endParaRPr lang="en-US" sz="7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040880" y="3703320"/>
            <a:ext cx="44192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설명</a:t>
            </a:r>
            <a:endParaRPr lang="en-US" sz="18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731520" y="6263640"/>
            <a:ext cx="963137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출처·메모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72865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요약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560320"/>
            <a:ext cx="10728655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400"/>
              </a:spcAft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핵심 메시지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7286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공진 모드 토큰을 이용한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Decap 배치 최적화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Decap Placement Optimization with Modal Tokens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1206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[발표자] · 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774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88036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문제와 기존 연구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문제 정의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600200"/>
            <a:ext cx="1072865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제약: 모든 주파수에서 |Z(f)| ≤ Zt(f)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목표: decap 개수 최소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입력: 포트 사이 임피던스 Z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626364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본문은 18pt, 항목 3~4개까지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기존 연구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3959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Park 외, 2022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판 안에서만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DevFormer, 2023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10→15칸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Manoharan 외, 2026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 (고정 주파수)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피크 누락 가능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NMD, 2026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pole + residue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예측만, 배치 없음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626364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표: 머리행 회색 바탕, 선은 연회색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한계 1. 좌표는 재료를 모른다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600200"/>
            <a:ext cx="51357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PCB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두꺼운 유전체, MHz 공진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324448" y="1600200"/>
            <a:ext cx="51357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인터포저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얇은 유전체, GHz 공진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검사도 같은 문제를 가진다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1945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94~100%</a:t>
            </a:r>
            <a:endParaRPr lang="en-US" sz="7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03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32점 검사 "성공" 중 실제 위반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040880" y="2194560"/>
            <a:ext cx="44192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7.3×</a:t>
            </a:r>
            <a:endParaRPr lang="en-US" sz="7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7040880" y="37033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최악 |Z| / Zt</a:t>
            </a:r>
            <a:endParaRPr lang="en-US" sz="18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731520" y="626364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greedy+prune, 10·16·24칸 각 16문제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아키텍처</a:t>
            </a:r>
            <a:endParaRPr lang="en-US" sz="3000" dirty="0"/>
          </a:p>
        </p:txBody>
      </p:sp>
      <p:sp>
        <p:nvSpPr>
          <p:cNvPr id="3" name="box 모드 토큰 (K)"/>
          <p:cNvSpPr/>
          <p:nvPr/>
        </p:nvSpPr>
        <p:spPr>
          <a:xfrm>
            <a:off x="731520" y="173736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모드 토큰 (K)</a:t>
            </a:r>
            <a:endParaRPr lang="en-US" sz="1600" dirty="0"/>
          </a:p>
        </p:txBody>
      </p:sp>
      <p:sp>
        <p:nvSpPr>
          <p:cNvPr id="5" name="box 포트 토큰 (N)"/>
          <p:cNvSpPr/>
          <p:nvPr/>
        </p:nvSpPr>
        <p:spPr>
          <a:xfrm>
            <a:off x="731520" y="283464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834640"/>
            <a:ext cx="237744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포트 토큰 (N)</a:t>
            </a:r>
            <a:endParaRPr lang="en-US" sz="1600" dirty="0"/>
          </a:p>
        </p:txBody>
      </p:sp>
      <p:sp>
        <p:nvSpPr>
          <p:cNvPr id="7" name="box decap 토큰 (T)"/>
          <p:cNvSpPr/>
          <p:nvPr/>
        </p:nvSpPr>
        <p:spPr>
          <a:xfrm>
            <a:off x="731520" y="393192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decap 토큰 (T)</a:t>
            </a:r>
            <a:endParaRPr lang="en-US" sz="1600" dirty="0"/>
          </a:p>
        </p:txBody>
      </p:sp>
      <p:sp>
        <p:nvSpPr>
          <p:cNvPr id="9" name="box 블록 × L 모드 self-attention 포트 ↔ 모드 cross-attention decap ↔ 모드 cross-attention"/>
          <p:cNvSpPr/>
          <p:nvPr/>
        </p:nvSpPr>
        <p:spPr>
          <a:xfrm>
            <a:off x="4023360" y="1737360"/>
            <a:ext cx="4206240" cy="292608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737360"/>
            <a:ext cx="4206240" cy="29260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블록 × 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모드 self-attention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포트 ↔ 모드 cross-attention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decap ↔ 모드 cross-attention</a:t>
            </a:r>
            <a:endParaRPr lang="en-US" sz="1600" dirty="0"/>
          </a:p>
        </p:txBody>
      </p:sp>
      <p:sp>
        <p:nvSpPr>
          <p:cNvPr id="11" name="box (포트, 종류) 점수 + stop"/>
          <p:cNvSpPr/>
          <p:nvPr/>
        </p:nvSpPr>
        <p:spPr>
          <a:xfrm>
            <a:off x="9052560" y="2834640"/>
            <a:ext cx="2404872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52560" y="2834640"/>
            <a:ext cx="2404872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(포트, 종류) 점수 + stop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08960" y="2103120"/>
            <a:ext cx="9144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08960" y="3200400"/>
            <a:ext cx="9144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108960" y="4297680"/>
            <a:ext cx="9144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3200400"/>
            <a:ext cx="8229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731520" y="626364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도형: 테두리 회색, 핵심 블록만 파란 테두리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630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요약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56032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문제  </a:t>
            </a:r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좌표·고정 주파수 입력은 다른 판으로 전이되지 않는다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제안  </a:t>
            </a:r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공진 모드 토큰 기반 정책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확인  </a:t>
            </a:r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정밀 검사 구축, 모드 표현의 기술 간 전이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45775" y="626364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&amp;E Minimal">
  <a:themeElements>
    <a:clrScheme name="R&amp;E Minimal">
      <a:dk1>
        <a:srgbClr val="111827"/>
      </a:dk1>
      <a:lt1>
        <a:srgbClr val="FFFFFF"/>
      </a:lt1>
      <a:dk2>
        <a:srgbClr val="6B7280"/>
      </a:dk2>
      <a:lt2>
        <a:srgbClr val="F3F4F6"/>
      </a:lt2>
      <a:accent1>
        <a:srgbClr val="2563EB"/>
      </a:accent1>
      <a:accent2>
        <a:srgbClr val="EA580C"/>
      </a:accent2>
      <a:accent3>
        <a:srgbClr val="0F766E"/>
      </a:accent3>
      <a:accent4>
        <a:srgbClr val="9CA3AF"/>
      </a:accent4>
      <a:accent5>
        <a:srgbClr val="1E3A8A"/>
      </a:accent5>
      <a:accent6>
        <a:srgbClr val="D97706"/>
      </a:accent6>
      <a:hlink>
        <a:srgbClr val="2563EB"/>
      </a:hlink>
      <a:folHlink>
        <a:srgbClr val="6D28D9"/>
      </a:folHlink>
    </a:clrScheme>
    <a:fontScheme name="R&amp;E Minim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R&amp;E 발표 템플릿</dc:title>
  <dc:subject>PptxGenJS Presentation</dc:subject>
  <dc:creator>PptxGenJS</dc:creator>
  <cp:lastModifiedBy>PptxGenJS</cp:lastModifiedBy>
  <cp:revision>1</cp:revision>
  <dcterms:created xsi:type="dcterms:W3CDTF">2026-10-20T05:59:56Z</dcterms:created>
  <dcterms:modified xsi:type="dcterms:W3CDTF">2026-10-20T05:59:56Z</dcterms:modified>
</cp:coreProperties>
</file>